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7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877D-D52B-48EE-BE62-8CB689ECC7C7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A7E9B-B55F-4375-AE06-710FC354C5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336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4D7FDA-CB37-4940-9AD1-8887E8A4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327770-5C1D-40A6-B4E3-0230059F1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A6478C-4D1C-40E1-8A55-D05DC9A0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95F5-BC1D-4D49-9B9D-E8D82DBD6484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AC32DC-D40A-484C-A026-BC67D890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02D2F8-BAD8-46A4-B6B2-02A679B1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4182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845098-274F-42E5-ACAA-4C0163F5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45B92C-18B6-4BEF-B78B-F074C446B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71B36C-AECC-4503-A92F-ABB0058D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84AF-85F2-46F5-8671-7B9298CAE6F4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436A1A-2891-491D-95A0-A0312485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ECDF71-95E6-48EC-9F09-63B61A6D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440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4932C-06E6-4462-A6AD-88A111F9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5AD93B-1B8B-474A-8685-24135A290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2A9CC7-7107-4493-B71E-0E3C9393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7475-CB8B-407C-98BE-EB926BF17391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8D414D-DB7D-44D3-B4B0-DECC1C56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77ED1F-7217-4AEF-BB11-4482C102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306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FACD85-8D8D-48DA-9E16-3148C86B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38F08E-3776-4065-83A1-6B41AD485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1CB170-1A81-4367-869A-83569F536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F2AE6F-323A-465A-8506-E2734DA9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A561-72A9-47F5-B44B-AA143709D498}" type="datetime1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A0811ED-0A16-46E6-BC18-1C94FD6E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F4089F5-C256-4ACB-AF84-F7A90F77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59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7619F-3AD8-459B-B82C-F1472C9D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AFD56BA-5953-49E1-A3A7-B18ACB1F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3BF12A-6FF7-4084-9BDA-04835D45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421A0C3-6C86-41E8-B46C-C9CD54099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FD04C8-C7BE-4F91-9068-A3CBD49AF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6BBF52D-C131-4F17-A195-B083E355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0B8B-D0E5-4EE9-94D7-5D5F39E65589}" type="datetime1">
              <a:rPr lang="it-IT" smtClean="0"/>
              <a:t>28/05/2023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6E42F7-F560-4AE5-9347-9A5CD691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C60E95B-D75E-4A6D-A4E0-8C8A643F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328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3DFACA-C1BE-41E0-8BAB-DF2545B6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0C6F9C5-70BD-4C70-88FF-499B0D88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AA8-DD0D-4163-AB39-C0E23D221DE0}" type="datetime1">
              <a:rPr lang="it-IT" smtClean="0"/>
              <a:t>28/05/2023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424F02-107F-47A1-B922-C7F14E9A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FE71F9D-ED02-4906-A7C2-2BBAD051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25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4F438A-D89D-465F-A725-D0D3CD9B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FE16D-D44A-4B02-9027-26884D739BF6}" type="datetime1">
              <a:rPr lang="it-IT" smtClean="0"/>
              <a:t>28/05/2023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3CA17E-726D-4417-8415-EC691928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8B6A34-E543-4D64-9179-E45B8E3B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31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D48E55-C5C1-4B4C-8D73-9E2403E7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8750B7-8692-4CB1-822A-3357CFF3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A689679-D852-42E9-B061-7BF991611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347846-B209-4AD9-9C21-E18D93E7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599F-E64C-4534-97C7-9F7A1CA45F1B}" type="datetime1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CAC595-B652-44A5-8A9C-23F8ECCB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8354D1-A149-43AA-9523-38CE84D1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73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1A8BF1-0728-4318-ADAE-7309A66B1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3F83E22-9BA1-4CB1-90DE-B9B0470C1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F36C58-A3DA-4636-9C90-434E5EB23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1BC9D2-E2C1-4856-AD51-BBD5DE3A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1024-BB86-4199-A00B-42A01915B0D5}" type="datetime1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E3C23D-691B-4325-BCED-C5A4BA29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6C7417-C545-4352-B72A-F3E8D297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87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081D24-724A-43DA-8BC9-38160542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2FDB11-8631-4674-B8D5-0AD06306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22DE8C-0C50-4AE8-87FF-5060EA3A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CC0F8-9128-4A61-B127-A656652AFA96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FE6F68-A881-4E8C-B1CB-A9BECA85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53FF84-DE2D-4266-95CF-C8D0D883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83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F741974-7BF1-45EE-B378-FDE87256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538B931-7C1D-4001-9951-67A4FFC6E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3FE8AC-A4D3-4754-B03A-9FF6DCCE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84C99-608A-45FB-B33B-43AAB2E419DA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DC758B-64F0-4ADA-A014-6E04D792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9C98841-2C6B-4CEC-9AFF-CA3689AB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76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CA406B-8577-477F-8FBD-C16CFEF7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6EA2B3-5BA3-4EBA-A9E4-2049C15F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9097AF-9206-40F9-8759-385AFCED5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7AE99-AC88-46A1-B604-2407713D1BB5}" type="datetime1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FC30CB-33CA-4600-A381-B2A07B1FD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5E9C4A-32A9-4047-886B-B60043796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0378B-4B7D-4A9E-8E7B-DFAAFB99A2C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620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dirty="0"/>
              <a:t> </a:t>
            </a:r>
            <a:r>
              <a:rPr lang="en-US" sz="4400" b="1" dirty="0"/>
              <a:t>Multimodal texts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kinds of semiotic resources are integrated</a:t>
            </a:r>
          </a:p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Rhythm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Composition</a:t>
            </a:r>
          </a:p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Information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linking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Dialogue</a:t>
            </a:r>
          </a:p>
          <a:p>
            <a:pPr marL="0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dimensions never occur in isolation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3200" b="1" dirty="0"/>
          </a:p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Rhythm or composition in time</a:t>
            </a:r>
          </a:p>
          <a:p>
            <a:endParaRPr lang="it-I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or composition in space</a:t>
            </a:r>
            <a:endParaRPr lang="it-IT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581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 algn="ctr">
              <a:buNone/>
            </a:pP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Rhythm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crucial role in everyday interaction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coherence and meaningful structure to events</a:t>
            </a:r>
          </a:p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essence of rhythm is alternation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317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or composition in space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cohesion in texts which are spatially organised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place things in or on a space, until a sense of balance is achieved</a:t>
            </a:r>
            <a:endParaRPr lang="it-I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247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Semiotic time and social time</a:t>
            </a:r>
          </a:p>
          <a:p>
            <a:pPr marL="0" indent="0">
              <a:buNone/>
            </a:pP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Measured and unmeasured time.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Metronomic and non-metronomic time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Monorhythms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polyrhythms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041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958604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ultimodal texts</a:t>
            </a:r>
            <a:endParaRPr lang="en-GB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coherence and meaningful structure to spatial</a:t>
            </a:r>
          </a:p>
          <a:p>
            <a:pPr marL="0" indent="0"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arrangements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based in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sense of balance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semiotic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expresses 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meanings which space and its organisation assume in a specific society and culture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196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both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and horizontal dimensions to separate 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 space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“Up” and “down”, “left” and “right” are basic dimensions </a:t>
            </a:r>
          </a:p>
          <a:p>
            <a:pPr marL="0" indent="0"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of our spatial experience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and down metaphors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5888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Composition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has a positive meaning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 has a negative meaning</a:t>
            </a:r>
            <a:endParaRPr lang="it-IT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13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dimension to separate</a:t>
            </a:r>
          </a:p>
          <a:p>
            <a:pPr marL="0" indent="0"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left from the right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95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7" y="1825624"/>
            <a:ext cx="10853643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separates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56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texts</a:t>
            </a:r>
          </a:p>
          <a:p>
            <a:pPr marL="0" indent="0">
              <a:buNone/>
            </a:pP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dimension to separate </a:t>
            </a:r>
          </a:p>
          <a:p>
            <a:pPr marL="0" indent="0"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left from the right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760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BA4627-5AA7-4AA2-9873-F5781EECE8BB}"/>
</file>

<file path=customXml/itemProps2.xml><?xml version="1.0" encoding="utf-8"?>
<ds:datastoreItem xmlns:ds="http://schemas.openxmlformats.org/officeDocument/2006/customXml" ds:itemID="{A2B7FCEA-2E53-4E54-B9FF-A98402C402E9}"/>
</file>

<file path=customXml/itemProps3.xml><?xml version="1.0" encoding="utf-8"?>
<ds:datastoreItem xmlns:ds="http://schemas.openxmlformats.org/officeDocument/2006/customXml" ds:itemID="{5AB527A6-2145-4B42-8FB8-AB2C4441E57F}"/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375</Words>
  <Application>Microsoft Office PowerPoint</Application>
  <PresentationFormat>Widescreen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Bartolomei.Maria</dc:creator>
  <cp:lastModifiedBy>Clelia Boscolo</cp:lastModifiedBy>
  <cp:revision>17</cp:revision>
  <dcterms:created xsi:type="dcterms:W3CDTF">2023-05-23T09:07:14Z</dcterms:created>
  <dcterms:modified xsi:type="dcterms:W3CDTF">2023-05-28T17:57:42Z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